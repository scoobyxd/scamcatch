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AARP (May 2023): as many as 20 million Americans may have lost money to fraud in 2021; 81% of identified victims did not acknowledge it a year later. https://blog.aarp.org/fighting-for-you/aarp-survey-8-in-10-fraud-victims-may-not-know-theyve-experienced-a-scam
FBI IC3 2024: 147,127 complaints from people 60+, $4.885B in reported losses. https://cyberscoop.com/fbi-ic3-cybercrime-report-2024-key-statistics-trends/
AARP BankSafe with NORC: older Americans lose an estimated $28.3B a year to financial exploitation; about $20.5B is likely never reported. https://blog.aarp.org/fighting-for-you/elder-financial-exploitation-cost
AARP Fraud Watch Network and FINRA Investor Education Foundation, Blame and Shame in the Context of Financial Fraud (July 2022), survey of 1,000 U.S. adults: 85% believe fraud can happen to anyone; 53% identify victims as culpable and blameworthy; 32% agreed 'Honestly, if you fall victim ... a lot of that is on you'; 47% think reporting a scam is a lost cause. https://www.aarp.org/money/scams-fraud/info-2022/victim-blaming.html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and four steps are the vision section of scamcatch.io: illustrative, not live data. Today the Android prototype does steps 1 and 2 (it reads on-screen text with consent, flags likely scams, and opens a live AI voice). Alerts to banks, authorities and trusted contacts, and tracing funds, are future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
Voice examples are from the voice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
Map is the vision animation from scamcatch.io: illustrative, not live data. Voice cost reflects the pinned live voice model price of about $0.05 per minute (founder configuration). Text recognition runs on the phone with ML Kit. Bank-triggered interventions,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About section of scamcatch.io. Founder-confirmed: Jonathan Kim is the sole founder, a software engineer, and a first-time founder. No other team members or advisors today. Learned about AgeTech through an email exchange with Lona Choi Allum; this is not an endorsement.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9202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5152" y="1865376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2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690872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3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92808" y="38404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catches scams on the phone, in the moment, and opens a live AI voice that talks the person through it before any money moves.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Anyone can be scammed. Most victims never report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 million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may have lost money to fraud in a single year.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147,127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28744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fraud complaints from people 60+ reached the FBI in 2024, with $4.9 billion lost.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744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FBI IC3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in 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71688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dollars stolen from older Americans are likely never reported: $20.5B of $28.3B a year.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1688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 BankSafe &amp; NORC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17352" cy="1554480"/>
          </a:xfrm>
          <a:prstGeom prst="roundRect">
            <a:avLst>
              <a:gd name="adj" fmla="val 12941"/>
            </a:avLst>
          </a:prstGeom>
          <a:solidFill>
            <a:srgbClr val="0C1124">
              <a:alpha val="65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81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BELIEF THAT KEEPS VICTIMS QUIET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“Honestly, if you fall victim … a lot of that is on you.”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32% of Americans agree.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 scam victims as blameworthy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982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9828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reporting a scam is a lost cause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AARP fraud survey (2021 losses, published 2023); FBI IC3 Internet Crime Report 2024; AARP BankSafe Initiative with NORC; AARP Fraud Watch Network &amp; FINRA Foundation, “Blame and Shame in the Context of Financial Fraud” (2022).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scam, then it intervenes.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16152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scam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2935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chat in apps people already use, like texts, WhatsApp and Facebook, and flags the warning signs.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950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16152" y="4023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a live AI voice intervenes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44439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listens, asks questions, and helps the person check before any money moves.</a:t>
            </a:r>
            <a:endParaRPr lang="en-US" sz="1400" dirty="0"/>
          </a:p>
        </p:txBody>
      </p:sp>
      <p:pic>
        <p:nvPicPr>
          <p:cNvPr id="10" name="Image 0" descr="/tmp/claude-0/v3x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33" y="1024128"/>
            <a:ext cx="2280894" cy="4937760"/>
          </a:xfrm>
          <a:prstGeom prst="rect">
            <a:avLst/>
          </a:prstGeom>
        </p:spPr>
      </p:pic>
      <p:pic>
        <p:nvPicPr>
          <p:cNvPr id="11" name="Image 1" descr="/tmp/claude-0/render/out/phone-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13" y="1024128"/>
            <a:ext cx="2280894" cy="4937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t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5669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scammer messages you.</a:t>
            </a:r>
            <a:endParaRPr lang="en-US" sz="1150" dirty="0"/>
          </a:p>
        </p:txBody>
      </p:sp>
      <p:pic>
        <p:nvPicPr>
          <p:cNvPr id="7" name="Image 1" descr="/tmp/claude-0/render/out/t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642" y="56692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7858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4938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intervenes and opens a voice chat.</a:t>
            </a:r>
            <a:endParaRPr lang="en-US" sz="1150" dirty="0"/>
          </a:p>
        </p:txBody>
      </p:sp>
      <p:pic>
        <p:nvPicPr>
          <p:cNvPr id="10" name="Image 2" descr="/tmp/claude-0/render/out/t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566928"/>
            <a:ext cx="1133856" cy="5669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07524" y="854964"/>
            <a:ext cx="208026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37676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your OK, it alerts your bank, the authorities, and your trusted contacts.</a:t>
            </a:r>
            <a:endParaRPr lang="en-US" sz="1150" dirty="0"/>
          </a:p>
        </p:txBody>
      </p:sp>
      <p:pic>
        <p:nvPicPr>
          <p:cNvPr id="13" name="Image 3" descr="/tmp/claude-0/render/out/t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566928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70414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Trace &amp; investigate to help get back lost funds.</a:t>
            </a:r>
            <a:endParaRPr lang="en-US" sz="1150" dirty="0"/>
          </a:p>
        </p:txBody>
      </p:sp>
      <p:pic>
        <p:nvPicPr>
          <p:cNvPr id="15" name="Image 4" descr="/tmp/claude-0/render/out/vision-map-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81" y="2212848"/>
            <a:ext cx="8348551" cy="3931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6053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70048"/>
            <a:ext cx="9720072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70432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26405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14446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4208069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6165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49317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20179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93331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09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6490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011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890504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969" y="2926080"/>
            <a:ext cx="3087014" cy="402336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0969" y="2926080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speaks up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0670" y="2926080"/>
            <a:ext cx="16002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10067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fraud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8652" y="2926080"/>
            <a:ext cx="178308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788652" y="29260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Account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 tools like Carefull alert family after transactions happen. Scam checkers like ZoraSafe only help if the person already suspects a scam and stops to ask. Scammers often coach victims to wave off bank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TALKS LIKE SOMEONE WHO’S ON YOUR SIDE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 before it warns.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“That sounds like someone who means a lot to you. How did you two meet?”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28744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a reason to check, not a verdict.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28744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“Before anything moves, let’s look up that platform together.”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71688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person stays in charge.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1688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“You decide who else hears about this, if anyone.”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28744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8744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71688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1688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463040"/>
          </a:xfrm>
          <a:prstGeom prst="roundRect">
            <a:avLst>
              <a:gd name="adj" fmla="val 1375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389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4754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 Illustrative pricing; we will set real prices in pilots.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9572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4984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024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2" y="2395728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2208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2208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0248" y="2194560"/>
            <a:ext cx="3422904" cy="3200400"/>
          </a:xfrm>
          <a:prstGeom prst="roundRect">
            <a:avLst>
              <a:gd name="adj" fmla="val 6286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395728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9432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9432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72" y="1039368"/>
            <a:ext cx="3938016" cy="461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6280" y="1783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ABOUT US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26280" y="2029968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6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Hi, I’m Jonathan.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26280" y="299923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3400" b="1" spc="-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34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26280" y="367588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the future, scams will be seen as this weird thing of the past, like smallpox and polio.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526280" y="46451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I’ve worked as a software engineer, studied embedded systems, and now I’m building ScamCatch to eradicate scams from the face of the Earth.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6089904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9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17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6208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623620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54512" y="6254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2026-10-13T01:08:33Z</dcterms:created>
  <dcterms:modified xsi:type="dcterms:W3CDTF">2026-10-13T01:08:33Z</dcterms:modified>
</cp:coreProperties>
</file>