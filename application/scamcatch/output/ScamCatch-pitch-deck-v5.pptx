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AARP (May 2023): as many as 20 million Americans may have lost money to fraud in 2021; 81% of identified victims did not acknowledge it a year later. https://blog.aarp.org/fighting-for-you/aarp-survey-8-in-10-fraud-victims-may-not-know-theyve-experienced-a-scam
FBI IC3 2024: 147,127 complaints from people 60+, $4.885B in reported losses. https://cyberscoop.com/fbi-ic3-cybercrime-report-2024-key-statistics-trends/
AARP BankSafe with NORC: older Americans lose an estimated $28.3B a year to financial exploitation; about $20.5B is likely never reported. https://blog.aarp.org/fighting-for-you/elder-financial-exploitation-cost
AARP Fraud Watch Network and FINRA Investor Education Foundation, Blame and Shame in the Context of Financial Fraud (July 2022), survey of 1,000 U.S. adults: 85% believe fraud can happen to anyone; 53% identify victims as culpable and blameworthy; 32% agreed 'Honestly, if you fall victim ... a lot of that is on you'; 47% think reporting a scam is a lost cause. https://www.aarp.org/money/scams-fraud/info-2022/victim-blaming.html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and four steps are the vision section of scamcatch.io: illustrative, not live data. Today the Android prototype does steps 1 and 2 (it reads on-screen text with consent, flags likely scams, and opens a live AI voice). Alerts to banks, authorities and trusted contacts, and tracing funds, are future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
Voice examples are from the voice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
Map is the vision animation from scamcatch.io: illustrative, not live data. Voice cost reflects the pinned live voice model price of about $0.05 per minute (founder configuration). Text recognition runs on the phone with ML Kit. Bank-triggered calls,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 as of Oct 8, 2026: 0 users, 0 formal research studies, 0 pilots, 0 contracts, 0 customer commitments, $0 revenue. Prototype features per the project README and docs. The 90-day goals are proposed milestones for the founder to confirm.
Founder-confirmed: pre-revenue, $0 revenue, $0 MRR/ARR, $0 capital raised, not currently fundraising. Runway is the founder’s estimate at the current prototype scope (domain, hosting, and per-minute AI costs). Carefull pricing and funding: Coverager, Oct 11, 2023 ($29.99/month; $19.7M total raised).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pre-revenue, $0 revenue, $0 MRR/ARR, $0 capital raised, not currently fundraising. Runway is the founder’s estimate at the current prototype scope (domain, hosting, and per-minute AI costs). Carefull pricing and funding: Coverager, Oct 11, 2023 ($29.99/month; $19.7M total raised).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Jonathan Kim is the sole founder, a software engineer, and a first-time founder. No other team members or advisors today. Learned about AgeTech through an email exchange with Lona Choi Allum; this is not an endorsement. Photo and goal line are from the About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4248" y="11155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2020824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24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278892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spc="-9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voice that speaks up before you send.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43708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catches scams on the phone, in the moment, and opens a live AI voice that talks the person through it before any money moves.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58704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Jonathan Kim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, Founder   ·   Mirae Opus LLC   ·   scamcatch.io</a:t>
            </a:r>
            <a:endParaRPr lang="en-US" sz="1400" dirty="0"/>
          </a:p>
        </p:txBody>
      </p:sp>
      <p:pic>
        <p:nvPicPr>
          <p:cNvPr id="8" name="Image 1" descr="/tmp/claude-0/render/out/big-or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29768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scam, then it calls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16152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scam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2935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chat in apps people already use, like texts, WhatsApp and Facebook, and flags the warning signs.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950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16152" y="4023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a live AI voice calls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44439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listens, asks questions, and helps the person check before any money moves.</a:t>
            </a:r>
            <a:endParaRPr lang="en-US" sz="1400" dirty="0"/>
          </a:p>
        </p:txBody>
      </p:sp>
      <p:pic>
        <p:nvPicPr>
          <p:cNvPr id="10" name="Image 0" descr="/tmp/claude-0/v3x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33" y="1024128"/>
            <a:ext cx="2280894" cy="4937760"/>
          </a:xfrm>
          <a:prstGeom prst="rect">
            <a:avLst/>
          </a:prstGeom>
        </p:spPr>
      </p:pic>
      <p:pic>
        <p:nvPicPr>
          <p:cNvPr id="11" name="Image 1" descr="/tmp/claude-0/render/out/phone-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13" y="1024128"/>
            <a:ext cx="2280894" cy="4937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Anyone can be scammed. Most victims never report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 million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may have lost money to fraud in a single year.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147,127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28744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fraud complaints from people 60+ reached the FBI in 2024, with $4.9 billion lost.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744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FBI IC3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in 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71688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dollars stolen from older Americans are likely never reported: $20.5B of $28.3B a year.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1688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 BankSafe &amp; NORC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17352" cy="1554480"/>
          </a:xfrm>
          <a:prstGeom prst="roundRect">
            <a:avLst>
              <a:gd name="adj" fmla="val 12941"/>
            </a:avLst>
          </a:prstGeom>
          <a:solidFill>
            <a:srgbClr val="0C1124">
              <a:alpha val="65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81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BELIEF THAT KEEPS VICTIMS QUIET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“Honestly, if you fall victim … a lot of that is on you.”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32% of Americans agree.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 scam victims as blameworthy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982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9828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reporting a scam is a lost cause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AARP fraud survey (2021 losses, published 2023); FBI IC3 Internet Crime Report 2024; AARP BankSafe Initiative with NORC; AARP Fraud Watch Network &amp; FINRA Foundation, “Blame and Shame in the Context of Financial Fraud” (2022).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t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5669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scammer messages you.</a:t>
            </a:r>
            <a:endParaRPr lang="en-US" sz="1150" dirty="0"/>
          </a:p>
        </p:txBody>
      </p:sp>
      <p:pic>
        <p:nvPicPr>
          <p:cNvPr id="7" name="Image 1" descr="/tmp/claude-0/render/out/t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642" y="56692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7858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4938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intervenes and opens a voice chat.</a:t>
            </a:r>
            <a:endParaRPr lang="en-US" sz="1150" dirty="0"/>
          </a:p>
        </p:txBody>
      </p:sp>
      <p:pic>
        <p:nvPicPr>
          <p:cNvPr id="10" name="Image 2" descr="/tmp/claude-0/render/out/t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566928"/>
            <a:ext cx="1133856" cy="5669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07524" y="854964"/>
            <a:ext cx="208026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37676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your OK, it alerts your bank, the authorities, and your trusted contacts.</a:t>
            </a:r>
            <a:endParaRPr lang="en-US" sz="1150" dirty="0"/>
          </a:p>
        </p:txBody>
      </p:sp>
      <p:pic>
        <p:nvPicPr>
          <p:cNvPr id="13" name="Image 3" descr="/tmp/claude-0/render/out/t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566928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70414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Trace &amp; investigate to help get back lost funds.</a:t>
            </a:r>
            <a:endParaRPr lang="en-US" sz="1150" dirty="0"/>
          </a:p>
        </p:txBody>
      </p:sp>
      <p:pic>
        <p:nvPicPr>
          <p:cNvPr id="15" name="Image 4" descr="/tmp/claude-0/render/out/vision-map-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81" y="2212848"/>
            <a:ext cx="8348551" cy="3931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6053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70048"/>
            <a:ext cx="9720072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70432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26405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14446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4208069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6165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49317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20179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93331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09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6490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011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890504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969" y="2926080"/>
            <a:ext cx="3087014" cy="402336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0969" y="2926080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speaks up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0670" y="2926080"/>
            <a:ext cx="16002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10067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fraud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8652" y="2926080"/>
            <a:ext cx="178308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788652" y="29260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Account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 tools like Carefull alert family after transactions happen. Scam checkers like ZoraSafe only help if the person already suspects a scam and stops to ask. Scammers often coach victims to wave off bank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TALKS LIKE SOMEONE WHO’S ON YOUR SIDE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 before it warns.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“That sounds like someone who means a lot to you. How did you two meet?”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28744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a reason to check, not a verdict.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28744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“Before anything moves, let’s look up that platform together.”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71688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person stays in charge.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1688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“You decide who else hears about this, if anyone.”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28744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8744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71688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1688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463040"/>
          </a:xfrm>
          <a:prstGeom prst="roundRect">
            <a:avLst>
              <a:gd name="adj" fmla="val 1375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389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4754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 Illustrative pricing; we will set real prices in pilots.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9572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4984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024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2" y="2395728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2208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2208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0248" y="2194560"/>
            <a:ext cx="3422904" cy="3200400"/>
          </a:xfrm>
          <a:prstGeom prst="roundRect">
            <a:avLst>
              <a:gd name="adj" fmla="val 6286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395728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9432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9432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working product, built solo. Customers come next.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WORKING TODAY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512064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6" name="Image 0" descr="/tmp/claude-0/render/out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91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6426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Android app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962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the screen in any app, with the person’s consent.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392424"/>
            <a:ext cx="512064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0" name="Image 1" descr="/tmp/claude-0/render/out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5295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scam detection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43000" y="38496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Flags scam patterns in the text the person is reading.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279392"/>
            <a:ext cx="512064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4" name="Image 2" descr="/tmp/claude-0/render/out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53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416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Live AI voice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43000" y="4736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Opens when a scam is flagged and talks the person through it.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" y="5166360"/>
            <a:ext cx="5120640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8" name="Image 3" descr="/tmp/claude-0/render/out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400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303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Public live demo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43000" y="56235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scamcatch.io: 8 real-world scams and a live AI voice anyone can try.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2194560"/>
            <a:ext cx="5239512" cy="1417320"/>
          </a:xfrm>
          <a:prstGeom prst="roundRect">
            <a:avLst>
              <a:gd name="adj" fmla="val 14194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ln w="13970">
            <a:solidFill>
              <a:srgbClr val="7AB0FF">
                <a:alpha val="65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606540" y="2464308"/>
            <a:ext cx="82296" cy="82296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24" name="Text 18"/>
          <p:cNvSpPr/>
          <p:nvPr/>
        </p:nvSpPr>
        <p:spPr>
          <a:xfrm>
            <a:off x="6830568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556248" y="271576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 users  ·  0 pilots  ·  0 contracts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556248" y="3136392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Pre-launch, and we say so plainly. The product works. Now it needs people.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263640" y="38221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WHY WE’RE CONFIDENT PEOPLE WILL BUY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263640" y="4114800"/>
            <a:ext cx="5239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Families already pay $29.99 a month for after-the-fact monitoring (Carefull, 2023).</a:t>
            </a:r>
            <a:endParaRPr lang="en-US" sz="1350" dirty="0"/>
          </a:p>
          <a:p>
            <a:pPr marL="203200" indent="-2032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Investors have put $19.7 million into that one company alone.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263640" y="5010912"/>
            <a:ext cx="5239512" cy="1115568"/>
          </a:xfrm>
          <a:prstGeom prst="roundRect">
            <a:avLst>
              <a:gd name="adj" fmla="val 18033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30" name="Text 24"/>
          <p:cNvSpPr/>
          <p:nvPr/>
        </p:nvSpPr>
        <p:spPr>
          <a:xfrm>
            <a:off x="6556248" y="5138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556248" y="539496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Test the voice with 25 older adults</a:t>
            </a:r>
            <a:endParaRPr lang="en-US" sz="13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Sign a first credit union pilot</a:t>
            </a:r>
            <a:endParaRPr lang="en-US" sz="130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Measure how often people pause and verify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 MODEL AND FUNDRAISING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Institutions license it. Families can buy it directly.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WE MAKE MONEY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5120640" cy="1481328"/>
          </a:xfrm>
          <a:prstGeom prst="roundRect">
            <a:avLst>
              <a:gd name="adj" fmla="val 13580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883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Institutional license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Banks, credit unions and senior living pay per protected member per month, and offer ScamCatch free to their older customers.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4133088"/>
            <a:ext cx="5120640" cy="932688"/>
          </a:xfrm>
          <a:prstGeom prst="roundRect">
            <a:avLst>
              <a:gd name="adj" fmla="val 21569"/>
            </a:avLst>
          </a:prstGeom>
          <a:solidFill>
            <a:srgbClr val="EEF0F7">
              <a:alpha val="4000"/>
            </a:srgbClr>
          </a:solidFill>
          <a:ln w="9525">
            <a:solidFill>
              <a:srgbClr val="EEF0F7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793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Family plan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subscribe on behalf of a parent.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5303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Revenue today: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pre-revenue, $0 MRR and ARR.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FUNDRAISING HISTORY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505456"/>
            <a:ext cx="5239512" cy="0"/>
          </a:xfrm>
          <a:prstGeom prst="line">
            <a:avLst/>
          </a:prstGeom>
          <a:noFill/>
          <a:ln w="9525">
            <a:solidFill>
              <a:srgbClr val="EEF0F7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Raised to 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2724912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$0, founder-funded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218688"/>
            <a:ext cx="5239512" cy="0"/>
          </a:xfrm>
          <a:prstGeom prst="line">
            <a:avLst/>
          </a:prstGeom>
          <a:noFill/>
          <a:ln w="9525">
            <a:solidFill>
              <a:srgbClr val="EEF0F7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438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Fundraising now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438144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239512" cy="0"/>
          </a:xfrm>
          <a:prstGeom prst="line">
            <a:avLst/>
          </a:prstGeom>
          <a:noFill/>
          <a:ln w="9525">
            <a:solidFill>
              <a:srgbClr val="EEF0F7">
                <a:alpha val="1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151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Runway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2440" y="4151376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Ongoing at prototype scale. Costs are low: hosting and per-minute AI.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239512" cy="0"/>
          </a:xfrm>
          <a:prstGeom prst="line">
            <a:avLst/>
          </a:prstGeom>
          <a:noFill/>
          <a:ln w="9525">
            <a:solidFill>
              <a:srgbClr val="EEF0F7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TEAM AND ADVISORS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builder, a clear mission, and a short list of asks.</a:t>
            </a:r>
            <a:endParaRPr lang="en-US" sz="4000" dirty="0"/>
          </a:p>
        </p:txBody>
      </p:sp>
      <p:pic>
        <p:nvPicPr>
          <p:cNvPr id="4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116836"/>
            <a:ext cx="2953512" cy="34587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9000" y="21762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spc="-6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Jonathan Kim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429000" y="27614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Founder  ·  Software engineer  ·  First-time founder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0" y="3154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every piece of ScamCatch himself: the Android app, the AI detection pipeline, the live voice, and the cloud behind scamcatch.io.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29000" y="4251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Advisors: none yet. The first seats to fill are a bank fraud-operations lead and an aging researcher.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52360" y="2194560"/>
            <a:ext cx="4050792" cy="2926080"/>
          </a:xfrm>
          <a:prstGeom prst="roundRect">
            <a:avLst>
              <a:gd name="adj" fmla="val 6875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63256" y="241401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WE’RE ASKING FOR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63256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02168" y="2788920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Older adults to test ScamCatch and tell us the truth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63256" y="3493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202168" y="3538728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bank or credit union pilot partner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63256" y="4242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02168" y="4288536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Mentorship through the AgeTech Collaborative accelerator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5349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3000" b="1" spc="-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3000" spc="-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685800" y="6089904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9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179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6208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0" y="623620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954512" y="6254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2026-10-13T00:20:52Z</dcterms:created>
  <dcterms:modified xsi:type="dcterms:W3CDTF">2026-10-13T00:20:52Z</dcterms:modified>
</cp:coreProperties>
</file>